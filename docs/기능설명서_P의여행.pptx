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67" r:id="rId4"/>
    <p:sldId id="268" r:id="rId5"/>
    <p:sldId id="260" r:id="rId7"/>
    <p:sldId id="269" r:id="rId16"/>
    <p:sldId id="270" r:id="rId17"/>
    <p:sldId id="271" r:id="rId18"/>
    <p:sldId id="272" r:id="rId19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  <a:endParaRPr lang="ko-KR" altLang="en-US" sz="1400" dirty="0">
                  <a:solidFill>
                    <a:schemeClr val="bg1"/>
                  </a:solidFill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 smtClean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  <a:endParaRPr lang="ko-KR" altLang="en-US" sz="1400" dirty="0"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apps.apple.com/kr/app/id6806749553" TargetMode="External"/><Relationship Id="rId3" Type="http://schemas.openxmlformats.org/officeDocument/2006/relationships/hyperlink" Target="https://youtu.be/q4jvO63vv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24.png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팀 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라이스쿠키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P의여행:국도편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695012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>
                          <a:solidFill>
                            <a:srgbClr val="1F2326"/>
                          </a:solidFill>
                        </a:rPr>
                        <a:t>P의여행:국도편  (국도 위의 발견 레이더)</a:t>
                      </a:r>
                      <a:endParaRPr lang="en-US" altLang="ko-KR" sz="1800" b="0" baseline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유형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F2326"/>
                          </a:solidFill>
                        </a:rPr>
                        <a:t>앱 서비스 (iOS) · App Store 출시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App Store  </a:t>
                      </a:r>
                      <a:r>
                        <a:rPr sz="1200">
                          <a:hlinkClick r:id="rId2"/>
                        </a:rPr>
                        <a:t>https://apps.apple.com/kr/app/id6806749553</a:t>
                      </a: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데모 영상  </a:t>
                      </a:r>
                      <a:r>
                        <a:rPr sz="1200">
                          <a:hlinkClick r:id="rId3"/>
                        </a:rPr>
                        <a:t>https://youtu.be/q4jvO63vvQA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1F2326"/>
                          </a:solidFill>
                        </a:rPr>
                        <a:t>계획 없이 떠나도 알찬 하루가 되도록, 국도를 달리며 만나는 우연을 관광데이터로 뒷받침하는 즉흥 여행 앱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국도와 방향만 고르면 앞쪽의 오늘 서는 장·일몰·확인된 맛집을 카드 한 장과 음성으로 제공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주제 선정 이유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즉흥 여행의 확산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「풍향중」처럼 목적지 없이 떠나는 여행이 유행. 국도에서 우연히 만나는 새로움에 대한 수요 증가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즉흥 여행의 리스크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지도책만으로 나서면 문 닫은 식당, 장이 서지 않는 날, 지나친 뒤 알게 되는 명소로 휴일을 낭비할 위험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관광데이터의 가능성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관광공사 관광정보의 영업시간·휴무일·장날·사진·연관 관광지를 국도 선형과 현재 위치·진행 방향에 결합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"지금 이 길 앞에 무엇이 있는가"로 전환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기획 방향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목적지는 묻지 않되 우연을 데이터로 뒷받침하는 앱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국도에서 만난 우연이 하루의 여행기로 남고, 발길이 소도시·시장·자연으로 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646751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1. 길 선택과 출발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Apple 지도 위에 국도 51선 전체 표시. 내 주변에서 탈 수 있는 길과 노선별 큐레이션 한 줄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목적지·도착 시각 없이 방향(북/남, 동/서)만 선택 → 티맵·애플 지도로 길안내 연결 (앱은 내비게이션이 아님)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2. 발견 레이더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현재 위치·진행 방향 반경 5km에서 영업정보·사진이 확인된 스팟만 전면 카드 한 장으로 제시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별점·후기 없이 데이터 완성도로 신뢰 확보. 장날·일몰·마감 임박 우선. 넘기기 / 들르기 / 찜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3. 소리와 알림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내비 실행 중에도 음성 우선 안내 (내비 음성을 끊지 않고 일시적으로 낮춤)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놓친 발견은 알림에 보관, 선택 시 상세 화면으로 이동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4. 들른 뒤 이어가기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정차 2분 시 「여기서 앞쪽으로」 앞쪽 10km 후보 3곳 제시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주행 중 다른 국도로 갈아타도 여행과 기록 유지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5. 여행기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하루를 「N번 국도에서 생긴 일」 한 편으로 자동 기록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지나온 길 포스터 · 들른 곳 타임라인 · 공유 카드(시작·끝 300m 자동 삭제) · 국도 51선 수집 현황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  <p:pic>
        <p:nvPicPr>
          <p:cNvPr id="18" name="Picture 17" descr="썸네일_밝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9936" y="1309869"/>
            <a:ext cx="2959674" cy="1664817"/>
          </a:xfrm>
          <a:prstGeom prst="rect">
            <a:avLst/>
          </a:prstGeom>
        </p:spPr>
      </p:pic>
      <p:pic>
        <p:nvPicPr>
          <p:cNvPr id="19" name="Picture 18" descr="1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040" y="3157566"/>
            <a:ext cx="1362619" cy="2960601"/>
          </a:xfrm>
          <a:prstGeom prst="rect">
            <a:avLst/>
          </a:prstGeom>
        </p:spPr>
      </p:pic>
      <p:pic>
        <p:nvPicPr>
          <p:cNvPr id="20" name="Picture 19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1252" y="3157566"/>
            <a:ext cx="1362619" cy="2960601"/>
          </a:xfrm>
          <a:prstGeom prst="rect">
            <a:avLst/>
          </a:prstGeom>
        </p:spPr>
      </p:pic>
      <p:pic>
        <p:nvPicPr>
          <p:cNvPr id="21" name="Picture 20" descr="3_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464" y="3157566"/>
            <a:ext cx="1362619" cy="2960601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5675" y="3157566"/>
            <a:ext cx="1362619" cy="2960601"/>
          </a:xfrm>
          <a:prstGeom prst="rect">
            <a:avLst/>
          </a:prstGeom>
        </p:spPr>
      </p:pic>
      <p:pic>
        <p:nvPicPr>
          <p:cNvPr id="23" name="Picture 22" descr="5_sp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2887" y="3157566"/>
            <a:ext cx="1362619" cy="296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홈 = 지도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국도 51선 파란 선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탈 수 있는 길」 + 노선별 큐레이션 한 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51선 전체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시트를 올리면 전체 목록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남북(홀수)·동서(짝수) 필터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방향만 선택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어느 쪽으로 갈까요?」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북/남 선택, 목적지 입력 없음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길안내 핸드오프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티맵 / 애플 지도로 연결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앱 자체 턴바이턴·ETA 없음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길 선택 · 방향 결정 · 출발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목적지가 아닌 길을 선택. 홈 지도에 국도 51선 전체 표시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방향만 정하면 출발. 길안내는 티맵·애플 지도로 연결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handoff-t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OpenAPI </a:t>
            </a:r>
            <a:r>
              <a:rPr lang="ko-KR" altLang="en-US" sz="1400" b="1" dirty="0" smtClean="0">
                <a:solidFill>
                  <a:schemeClr val="bg1"/>
                </a:solidFill>
              </a:rPr>
              <a:t>리스트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한국관광공사 국문 관광정보 서비스(KorService2) — 지역기반 관광정보 조회 areaBasedList2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전국 관광지·음식점·문화시설·쇼핑(5일장·상설시장) 목록을 시군구 단위로 수집</a:t>
                      </a: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 반경 회랑 내 스팟만 적재(19,957건) → 레이더·발견 카드의 후보 데이터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공통정보 조회 detailCommon2 · 소개정보 조회 detailIntro2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개요·영업시간·휴무일·장날·전화번호 수집 → 신뢰도 게이트(영업정보·사진 확인)의 근거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카드 본문 생성 (예: 「3·8일에만 서는 장이라, 다음 장은 5일 뒤예요」)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이미지정보 조회 detailImage2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관광공사 사진을 전면 카드·스팟 상세·「오늘 들른 곳」 자취에 원본 그대로(워터마크 포함) 사용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사진이 없는 스팟은 카드로 노출하지 않음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법정동코드 조회 ldongCode2 · 위치기반 관광정보 조회 locationBasedList2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시군구 코드 순회 수집과 연관 관광지 이름 매칭의 지역 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위치기반 조회는 회랑 보강·검증에 활용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관광지별 연관 관광지 정보 서비스(TarRlteTarService1) — areaBasedList1 (baseYm 지정)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기준연월 두 시점(예: 202603·202606)을 비교해 "요즘 더 가는 곳"의 변화율 산출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노선 큐레이션(「요즘 이 길에 발길이 늘었어요」)과 「들른 차들은 다음에 ○○로 갔어요」의 근거</a:t>
                      </a: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두 시점이 없는 노선은 해당 월 연관 순위로 보조하되 문구 구분(「이 길로 다녀간 사람이 많아요」). 별점·후기 미사용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 smtClean="0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한국천문연구원 출몰시각 정보 OpenAPI (RiseSetInfoService)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전망 스팟이 있는 0.1° 격자 × 30일의 일몰 시각을 사전 캐시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일몰 40분 전 뷰포인트 카드·알림(「곧 추암 촛대바위에 해가 져요」)의 기준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소상공인시장진흥공단 전국전통시장표준데이터 (파일, CSV)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장날(3·8일 등)을 관광공사 시장 스팟에 결합 → 「오늘이 마침 장날」 카드와 다음 장 안내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사진·개요가 있는 관광공사 스팟에만 결합 (신규 스팟 생성 없음)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국토교통부 일반국도 도로중심선 (파일, SHP)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 → 홈 지도 폴리라인, 회랑 판정(스팟 적재 기준), 진출점 계산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여행기의 국도 51선 수집(지나온 점 맵매칭)에 활용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즉흥 여행 트렌드의 제품화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「풍향중」처럼 목적지 없이 떠나는 문화에 맞춘 앱. 즉흥은 유지하고 리스크(휴무·비장날·사진 없는 곳)만 데이터로 제거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시장에 없는 시점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출발 전 계획(여행 플랫폼)도 목적지 검색(내비)도 아닌 "주행 중" 관광정보 제공. 정보는 이동 중에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관광공사 데이터의 이동 맥락 재해석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장날·일몰·축제 기간을 현재 위치·진행 방향·시각에 결합. 천문연·전통시장·국토부 데이터를 국도 선형 위에서 결합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내비의 대체가 아닌 내비 위의 레이어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길안내는 티맵·애플 지도, 발견은 본 앱. 안내 중에도 「들르기」로 목적지 변경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신뢰 근거의 차별화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별점·리뷰 대신 영업정보·사진 검증과 이동 흔적(연관 관광지 두 시점 변화율)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자동 기록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주행 후 여행기·포스터·국도 51선 수집이 남는 앱. 계정·광고·추적 없음, 정확한 GPS 좌표는 기기 내 보관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발전계획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여행기 공유 → 「남이 달린 길」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여행기 공유로 다른 사용자가 같은 길을 선택. 계정 도입으로 보관·팔로우 지원. 별점·댓글 없이 "N명이 달림 · N명이 멈춤" 흔적만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사용자 정차 흔적 기반 큐레이션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익명 정차 기록으로 "실제로 멈춘 곳" 산출. 리뷰 없이 신뢰를 쌓는 장치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음성 조작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카드에 음성으로 응답(찜·들르기·넘기기). 핸즈프리 레이더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시간 기반 발견 확대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축제 기간(관광공사 행사정보)·야간 개장·계절 발견(단풍·벚꽃·해돋이)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데이터 갱신·확장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수집 파이프라인 상시화, 농산물 직판장·로컬푸드·지역 축제로 소도시 공백 보완, 구간 코스 자동 생성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Android 확장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유지 중인 코드 분기를 활용한 포팅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레이더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내 위치 기준 앞쪽 스팟(유형별 색)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경로를 따르지 않아 길을 바꿔도 동작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발견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「오늘이 마침 북평민속오일장이에요」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약 1.2km」 · 넘기기 / 들르기 / 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스팟 상세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관광공사 사진·개요·영업정보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별점 없이 「네이버 후기 보기」 링크만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들르기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티맵 목적지 변경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「오늘 들른 곳」 자취에 사진으로 기록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발견 레이더 · 전면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현재 위치·진행 방향 반경 5km에서 영업정보·사진이 확인된 스팟만 카드 한 장으로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장날·일몰·마감 임박 우선. 넘기기 / 들르기 / 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4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5_sp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radar-t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자동 표시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들른 뒤 2분 정차 시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앞쪽으로」 펼침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앞쪽 후보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10km 안 후보 3곳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「그냥 7번 국도로 돌아가기」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상단 뱃지 선택 → 「길을 바꿀까요?」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인근 국도로 전환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기록 유지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여행은 하루, 국도는 구간(43 → 6번)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거리·들른 곳 그대로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들른 뒤 이어가기 ·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식사 후 다음 행선지를 정하는 순간 지원. 정차 2분이면 앞쪽 10km 후보 제시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다른 국도로 갈아타도 여행과 기록 유지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next2-t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next2-t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switch-t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여행기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「EP.6 — 43번 국도에서 생긴 일」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실제 GPS 선 포스터 + 타임라인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공유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지도 · 들른 곳 번호 목록 · 「들른 발견 N」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시작·끝 300m 자동 삭제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마이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여행기 목록 · 찜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국도 51선 수집 현황 · 설정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여행 마치기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레이더의 「오늘 여행 마치기」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한 번으로 하루 종료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여행기 · 공유 포스터 · 국도 51선 수집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「오늘 여행 마치기」 선택 시 지나온 길과 들른 곳을 한 편의 여행기로 자동 생성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포스터 한 장으로 공유. 지나온 국도를 51선 기준으로 누적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trip-t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share_card_8st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2614" y="2333623"/>
            <a:ext cx="1810405" cy="2659904"/>
          </a:xfrm>
          <a:prstGeom prst="rect">
            <a:avLst/>
          </a:prstGeom>
        </p:spPr>
      </p:pic>
      <p:pic>
        <p:nvPicPr>
          <p:cNvPr id="21" name="Picture 20" descr="my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온보딩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「앞쪽에 뭐가 있는지, 카드 한 장으로」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소리·알림 안내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음성 낭독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카드 문장을 그대로 읽음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내비 음성을 끊지 않고 잠시 낮춤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「앱을 꺼둬도 알림」(백그라운드 위치 옵트인)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「발견 간격」 자주·보통·가끔 · 데이터 출처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알림 → 상세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알림 선택 시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해당 발견의 상세 화면으로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기능5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소리 · 알림 ·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주행 중 화면 대신 소리로 우선 안내, 놓친 발견은 알림에 보관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위치 권한은 출발 시, 알림 권한은 첫 주행 후 요청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onboard3-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myset2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5_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549</Words>
  <Application>Microsoft Office PowerPoint</Application>
  <PresentationFormat>와이드스크린</PresentationFormat>
  <Paragraphs>95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64</cp:revision>
  <dcterms:created xsi:type="dcterms:W3CDTF">2026-07-07T05:25:59Z</dcterms:created>
  <dcterms:modified xsi:type="dcterms:W3CDTF">2026-07-29T05:45:18Z</dcterms:modified>
</cp:coreProperties>
</file>