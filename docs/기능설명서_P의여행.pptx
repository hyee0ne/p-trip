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hyperlink" Target="https://apps.apple.com/kr/app/id6806749553" TargetMode="External"/><Relationship Id="rId4" Type="http://schemas.openxmlformats.org/officeDocument/2006/relationships/hyperlink" Target="https://youtu.be/q4jvO63vvQA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고르기 — Apple 지도 위에 국도 51선 전부. 내 주변에서 탈 수 있는 길과 노선별 큐레이션 한 줄(「오늘 이 길에 장이 3곳 서요」 「이 길로 다녀간 사람이 많아요」)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방향만 정하고 출발 — 목적지·도착 시각을 묻지 않는다.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발견 레이더 — 현재 위치 + 진행 방향 반경 5km의 검증된 스팟(영업정보·사진 확인)을 전면 카드 한 장으로.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6.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/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원칙: 별점·후기 없음 · 예약·결제 없음 · 로그인 없음(찜·여행기는 기기 안) · 광고·추적 없음 · 정확한 GPS 좌표는 기기를 떠나지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00" y="1383325"/>
            <a:ext cx="1517904" cy="15179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5591" y="1447029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326"/>
                </a:solidFill>
              </a:rPr>
              <a:t>P의 여행</a:t>
            </a:r>
          </a:p>
          <a:p>
            <a:r>
              <a:rPr sz="1400">
                <a:solidFill>
                  <a:srgbClr val="1F2326"/>
                </a:solidFill>
              </a:rPr>
              <a:t>지나치기엔 아까운 것들이, 길마다 있어요.</a:t>
            </a:r>
          </a:p>
          <a:p>
            <a:r>
              <a:rPr sz="1100">
                <a:solidFill>
                  <a:srgbClr val="1F2326"/>
                </a:solidFill>
              </a:rPr>
              <a:t>국도 표지판 파란 타원이 시그니처. 서체는 Pretendard 하나.</a:t>
            </a:r>
          </a:p>
          <a:p>
            <a:r>
              <a:rPr sz="1100">
                <a:solidFill>
                  <a:srgbClr val="1F2326"/>
                </a:solidFill>
              </a:rPr>
              <a:t>App Store  </a:t>
            </a:r>
            <a:r>
              <a:rPr sz="1100">
                <a:hlinkClick r:id="rId3"/>
              </a:rPr>
              <a:t>https://apps.apple.com/kr/app/id6806749553</a:t>
            </a:r>
          </a:p>
          <a:p>
            <a:r>
              <a:rPr sz="1100">
                <a:solidFill>
                  <a:srgbClr val="1F2326"/>
                </a:solidFill>
              </a:rPr>
              <a:t>▶ 데모 영상  </a:t>
            </a:r>
            <a:r>
              <a:rPr sz="1100">
                <a:hlinkClick r:id="rId4"/>
              </a:rPr>
              <a:t>https://youtu.be/q4jvO63vvQA</a:t>
            </a:r>
          </a:p>
        </p:txBody>
      </p:sp>
      <p:pic>
        <p:nvPicPr>
          <p:cNvPr id="20" name="Picture 19" descr="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2_dep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3_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4_rad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4" name="Picture 23" descr="5_sp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