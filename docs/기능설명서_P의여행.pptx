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계획 없이 떠나도 알찬 하루가 되도록, 국도를 달리며 만나는 우연을 관광데이터로 뒷받침하는 즉흥 여행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 없이 떠나는 예능 프로그램 「풍향중」의 흥행은 국도에서 우연히 만나는 새로움에 대한 수요가 커졌음을 보여줌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않되, 그 리스크를 관광데이터로 걸러 우연을 뒷받침하는 앱을 기획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기대효과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계획 없이 떠나도 알찬 하루: 관광데이터 기반 명소 추천을 통해 헛걸음 감소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남아 국도 여행의 경험 축적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발길이 대도시 밖 소도시·시장·자연으로 분산되어 지역 관광 활성화에 기여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길안내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앱 자체 턴바이턴·ETA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홈 지도에 국도 51선 전체 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방향만 정하면 출발. 길안내는 티맵·애플 지도로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들르기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목적지 변경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 들른 곳」 자취에 사진으로 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장날·일몰·마감 임박 우선.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시작·끝 300m 자동 삭제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 ·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여행 마치기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온보딩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「앞쪽에 뭐가 있는지, 카드 한 장으로」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소리·알림 안내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음성 낭독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그대로 읽음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내비 음성을 끊지 않고 잠시 낮춤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 · 데이터 출처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알림 →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알림 선택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해당 발견의 상세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위치 권한은 출발 시, 알림 권한은 첫 주행 후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