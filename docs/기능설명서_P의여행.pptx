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 없이 떠나는 예능 프로그램 「풍향중」의 흥행은 국도에서 우연히 만나는 새로움에 대한 수요가 커졌음을 보여줌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않되, 그 리스크를 관광데이터로 걸러 우연을 뒷받침하는 앱을 기획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기대효과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계획 없이 떠나도 알찬 하루: 검증된 발견만 만나 헛걸음 감소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남아 국도 여행의 경험 축적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발길이 대도시 밖 소도시·시장·자연으로 분산되어 지역 관광 활성화에 기여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