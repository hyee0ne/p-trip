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67" r:id="rId4"/>
    <p:sldId id="268" r:id="rId5"/>
    <p:sldId id="260" r:id="rId7"/>
    <p:sldId id="269" r:id="rId16"/>
    <p:sldId id="270" r:id="rId17"/>
    <p:sldId id="271" r:id="rId18"/>
    <p:sldId id="272" r:id="rId19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6F00"/>
    <a:srgbClr val="FFA401"/>
    <a:srgbClr val="FFFDE7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지역 특화 서비스 구현 세부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40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99864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438" y="18574"/>
            <a:ext cx="12165123" cy="683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13811"/>
            <a:ext cx="1218417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75" y="9047"/>
            <a:ext cx="12174649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4284"/>
            <a:ext cx="12184175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4" name="그룹 13"/>
          <p:cNvGrpSpPr/>
          <p:nvPr userDrawn="1"/>
        </p:nvGrpSpPr>
        <p:grpSpPr>
          <a:xfrm>
            <a:off x="189807" y="256797"/>
            <a:ext cx="11812386" cy="580915"/>
            <a:chOff x="189807" y="256797"/>
            <a:chExt cx="11812386" cy="580915"/>
          </a:xfrm>
        </p:grpSpPr>
        <p:grpSp>
          <p:nvGrpSpPr>
            <p:cNvPr id="10" name="그룹 9"/>
            <p:cNvGrpSpPr/>
            <p:nvPr/>
          </p:nvGrpSpPr>
          <p:grpSpPr>
            <a:xfrm>
              <a:off x="8161715" y="256797"/>
              <a:ext cx="3840478" cy="340519"/>
              <a:chOff x="6733312" y="182882"/>
              <a:chExt cx="3840478" cy="340519"/>
            </a:xfrm>
          </p:grpSpPr>
          <p:sp>
            <p:nvSpPr>
              <p:cNvPr id="12" name="TextBox 11"/>
              <p:cNvSpPr txBox="1"/>
              <p:nvPr/>
            </p:nvSpPr>
            <p:spPr>
              <a:xfrm>
                <a:off x="6733312" y="182882"/>
                <a:ext cx="2419001" cy="340519"/>
              </a:xfrm>
              <a:prstGeom prst="roundRect">
                <a:avLst/>
              </a:prstGeom>
              <a:solidFill>
                <a:srgbClr val="FF6F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2026 </a:t>
                </a:r>
                <a:r>
                  <a:rPr lang="ko-KR" altLang="en-US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관광데이터 활용 공모전</a:t>
                </a:r>
                <a:endParaRPr lang="ko-KR" altLang="en-US" sz="1400" dirty="0">
                  <a:solidFill>
                    <a:schemeClr val="bg1"/>
                  </a:solidFill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9246526" y="182882"/>
                <a:ext cx="1327264" cy="340519"/>
              </a:xfrm>
              <a:prstGeom prst="roundRect">
                <a:avLst/>
              </a:prstGeom>
              <a:solidFill>
                <a:srgbClr val="FFFDE7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dirty="0" smtClean="0"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웹〮앱 개발 부문</a:t>
                </a:r>
                <a:endParaRPr lang="ko-KR" altLang="en-US" sz="1400" dirty="0"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</p:grpSp>
        <p:sp>
          <p:nvSpPr>
            <p:cNvPr id="11" name="직사각형 10"/>
            <p:cNvSpPr/>
            <p:nvPr/>
          </p:nvSpPr>
          <p:spPr>
            <a:xfrm>
              <a:off x="189807" y="791993"/>
              <a:ext cx="11812386" cy="45719"/>
            </a:xfrm>
            <a:prstGeom prst="rect">
              <a:avLst/>
            </a:prstGeom>
            <a:solidFill>
              <a:srgbClr val="FF6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9394489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apps.apple.com/kr/app/id6806749553" TargetMode="External"/><Relationship Id="rId3" Type="http://schemas.openxmlformats.org/officeDocument/2006/relationships/hyperlink" Target="https://youtu.be/q4jvO63vvQ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image" Target="../media/image14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image" Target="../media/image11.png"/><Relationship Id="rId4" Type="http://schemas.openxmlformats.org/officeDocument/2006/relationships/image" Target="../media/image24.png"/><Relationship Id="rId5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002065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팀 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라이스쿠키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P의여행:국도편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695012"/>
              </p:ext>
            </p:extLst>
          </p:nvPr>
        </p:nvGraphicFramePr>
        <p:xfrm>
          <a:off x="287250" y="1218429"/>
          <a:ext cx="11649825" cy="47501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5472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>
                          <a:solidFill>
                            <a:srgbClr val="1F2326"/>
                          </a:solidFill>
                        </a:rPr>
                        <a:t>P의여행:국도편  (P의 여행 — 국도 위의 발견 레이더)</a:t>
                      </a:r>
                      <a:endParaRPr lang="en-US" altLang="ko-KR" sz="1800" b="0" baseline="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7310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유형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F2326"/>
                          </a:solidFill>
                        </a:rPr>
                        <a:t>앱 서비스 (iOS) · App Store 출시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App Store  </a:t>
                      </a:r>
                      <a:r>
                        <a:rPr sz="1200">
                          <a:hlinkClick r:id="rId2"/>
                        </a:rPr>
                        <a:t>https://apps.apple.com/kr/app/id6806749553</a:t>
                      </a: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데모 영상  </a:t>
                      </a:r>
                      <a:r>
                        <a:rPr sz="1200">
                          <a:hlinkClick r:id="rId3"/>
                        </a:rPr>
                        <a:t>https://youtu.be/q4jvO63vvQA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10302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1F2326"/>
                          </a:solidFill>
                        </a:rPr>
                        <a:t>목적지 없이 국도를 달려도 휴일을 버리지 않게 — 관광데이터로 검증된 발견을 지나치기 전에 알려주는 즉흥 여행 앱.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국도와 방향만 고르면, 앞쪽에 있는 오늘 서는 장·일몰·확인된 맛집을 카드 한 장으로 건넵니다.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24415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주제 선정 이유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>• 요즘 「풍향중」처럼 목적지 없이 떠나는 여행이 유행입니다. 정해진 관광지보다 국도를 달리다 우연히 만나는 것에서 새로움을 찾는 니즈가 커졌습니다.</a:t>
                      </a:r>
                    </a:p>
                    <a:p>
                      <a:pPr algn="l"/>
                      <a:r>
                        <a:rPr sz="1200">
                          <a:solidFill>
                            <a:srgbClr val="1F2326"/>
                          </a:solidFill>
                        </a:rPr>
                        <a:t>• 그런데 정말 지도책 한 권만 들고 나서면 일반인에게는 리스크가 큽니다. 문 닫은 식당, 장이 안 서는 날, 지나치고 나서야 알게 되는 명소 — 소중한 휴일 하루를 통째로 버릴 수 있습니다.</a:t>
                      </a:r>
                    </a:p>
                    <a:p>
                      <a:pPr algn="l"/>
                      <a:r>
                        <a:rPr sz="1200">
                          <a:solidFill>
                            <a:srgbClr val="1F2326"/>
                          </a:solidFill>
                        </a:rPr>
                        <a:t>• 한국관광공사 관광정보에는 그 리스크를 줄일 재료가 이미 있습니다. 영업시간·휴무일·장날·사진·연관 관광지. 이를 국도 선형과 현재 위치·진행 방향에 겹치면 "지금 이 길 앞에 무엇이 있는가"가 됩니다.</a:t>
                      </a:r>
                    </a:p>
                    <a:p>
                      <a:pPr algn="l"/>
                      <a:r>
                        <a:rPr sz="1200">
                          <a:solidFill>
                            <a:srgbClr val="1F2326"/>
                          </a:solidFill>
                        </a:rPr>
                        <a:t>• 그래서 목적지는 묻지 않되, 우연을 데이터로 받쳐 주는 앱을 만들었습니다. 국도를 달리며 만난 우연이 하루의 추억(여행기)으로 남고, 발길이 대도시 밖 소도시·시장·자연으로 흩어지는 일과도 맞닿습니다.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646751"/>
              </p:ext>
            </p:extLst>
          </p:nvPr>
        </p:nvGraphicFramePr>
        <p:xfrm>
          <a:off x="287250" y="1218429"/>
          <a:ext cx="11649826" cy="47334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47334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핵심기능</a:t>
                      </a:r>
                    </a:p>
                    <a:p>
                      <a:pPr algn="ctr" latinLnBrk="1"/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>
                          <a:solidFill>
                            <a:srgbClr val="1F2326"/>
                          </a:solidFill>
                        </a:rPr>
                        <a:t>1. 지도에서 길 고르고, 방향만 정하고 출발 — Apple 지도 위에 국도 51선 전부. 내 주변에서 탈 수 있는 길과 노선별 큐레이션 한 줄(「오늘 이 길에 장이 3곳 서요」). 목적지·도착 시각은 묻지 않는다 — 북/남(동/서)만 고르면 티맵·애플 지도로 길안내를 넘긴다 (앱은 내비게이션이 아니다)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2. 발견 레이더 — 현재 위치 + 진행 방향 반경 5km에서 영업정보·사진이 확인된 스팟만 전면 카드 한 장으로. 별점·후기는 쓰지 않는다 — 신뢰는 데이터 완성도로. 장날·일몰·마감 임박을 우선. 넘기기 / 들르기 / 찜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3. 소리와 알림 — 내비를 켜둔 채여도 음성으로 먼저(내비 음성을 끊지 않고 잠깐 낮춘다). 놓치면 알림에 남고, 누르면 그 발견의 상세로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4. 들른 뒤 이어가기 — 차가 2분 서 있으면 「여기서 앞쪽으로」 앞쪽 10km 후보 3곳. 여행 중 다른 국도로 갈아타도 여행과 기록은 이어진다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5. 여행기 — 하루가 「N번 국도에서 생긴 일」 한 편으로. 지나온 길 포스터·들른 곳 타임라인·공유 카드(시작·끝 300m 자동 삭제)·국도 51선 수집 진행률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7559681"/>
              </p:ext>
            </p:extLst>
          </p:nvPr>
        </p:nvGraphicFramePr>
        <p:xfrm>
          <a:off x="287250" y="1218429"/>
          <a:ext cx="11649826" cy="49911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18476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31434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  <p:pic>
        <p:nvPicPr>
          <p:cNvPr id="18" name="Picture 17" descr="썸네일_밝음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9936" y="1309869"/>
            <a:ext cx="2959674" cy="1664817"/>
          </a:xfrm>
          <a:prstGeom prst="rect">
            <a:avLst/>
          </a:prstGeom>
        </p:spPr>
      </p:pic>
      <p:pic>
        <p:nvPicPr>
          <p:cNvPr id="19" name="Picture 18" descr="1_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040" y="3157566"/>
            <a:ext cx="1362619" cy="2960601"/>
          </a:xfrm>
          <a:prstGeom prst="rect">
            <a:avLst/>
          </a:prstGeom>
        </p:spPr>
      </p:pic>
      <p:pic>
        <p:nvPicPr>
          <p:cNvPr id="20" name="Picture 19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1252" y="3157566"/>
            <a:ext cx="1362619" cy="2960601"/>
          </a:xfrm>
          <a:prstGeom prst="rect">
            <a:avLst/>
          </a:prstGeom>
        </p:spPr>
      </p:pic>
      <p:pic>
        <p:nvPicPr>
          <p:cNvPr id="21" name="Picture 20" descr="3_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464" y="3157566"/>
            <a:ext cx="1362619" cy="2960601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5675" y="3157566"/>
            <a:ext cx="1362619" cy="2960601"/>
          </a:xfrm>
          <a:prstGeom prst="rect">
            <a:avLst/>
          </a:prstGeom>
        </p:spPr>
      </p:pic>
      <p:pic>
        <p:nvPicPr>
          <p:cNvPr id="23" name="Picture 22" descr="5_sp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62887" y="3157566"/>
            <a:ext cx="1362619" cy="2960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홈 = 지도. 국도 51선 파란 선, 「여기서 탈 수 있는 길」과 노선별 큐레이션 한 줄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시트를 올리면 「국도 51선」 전체. 남북(홀수)·동서(짝수) 필터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노선을 고르면 「여기서 어느 쪽으로 갈까요?」 — 북쪽/남쪽만 정한다. 목적지는 묻지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티맵 / 애플 지도로 핸드오프. 앱은 턴바이턴·ETA를 만들지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길 고르기 · 방향만 정하고 출발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목적지가 아니라 길을 고른다. 홈 지도에 국도 51선이 다 그려져 있고, 방향만 정하면 출발이다. 길안내는 티맵·애플 지도로 넘긴다.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handoff-t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4770658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한국관광공사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OpenAPI </a:t>
            </a:r>
            <a:r>
              <a:rPr lang="ko-KR" altLang="en-US" sz="1400" b="1" dirty="0" smtClean="0">
                <a:solidFill>
                  <a:schemeClr val="bg1"/>
                </a:solidFill>
              </a:rPr>
              <a:t>리스트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638178"/>
              </p:ext>
            </p:extLst>
          </p:nvPr>
        </p:nvGraphicFramePr>
        <p:xfrm>
          <a:off x="174566" y="1646098"/>
          <a:ext cx="11628657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한국관광공사 국문 관광정보 서비스(KorService2) — 지역기반 관광정보 조회 areaBasedList2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전국 관광지·음식점·문화시설·쇼핑(5일장·상설시장) 목록을 시군구 단위로 수집해 국도 51선 선형 반경 회랑 안의 스팟만 적재 (19,957건). 레이더·발견 카드의 후보가 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공통정보 조회 detailCommon2 · 소개정보 조회 detailIntro2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개요·영업시간·휴무일·장날(5일장)·전화를 받아 신뢰도 게이트(영업정보·사진 확인) 근거와 카드 본문(「3·8일에만 서는 장이라, 다음 장은 5일 뒤예요」)을 만든다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이미지정보 조회 detailImage2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관광공사 사진을 전면 카드·스팟 상세·「오늘 들른 곳」 자취에 원본 그대로(워터마크 포함) 쓴다. 사진이 없는 곳은 카드로 띄우지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법정동코드 조회 ldongCode2 · 위치기반 관광정보 조회 locationBasedList2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시군구 코드 순회 수집과 연관 관광지 이름 매칭의 지역 키. 위치기반 조회는 회랑 보강·검증에 쓴다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관광지별 연관 관광지 정보 서비스(TarRlteTarService1) — areaBasedList1 (baseYm 지정)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1355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기준연월 두 시점(예: 202603·202606)을 각각 받아 비교해 "요즘 더 가는 곳"의 변화율을 산출 → 노선 큐레이션 한 줄(「요즘 이 길에 발길이 늘었어요」)과 「들른 차들은 다음에 ○○로 갔어요」의 근거. 두 시점이 없는 노선만 그 달의 연관 순위로 보조하되 문구를 달리 쓴다(「이 길로 다녀간 사람이 많아요」). 별점·후기는 쓰지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68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API, </a:t>
            </a:r>
            <a:r>
              <a:rPr lang="ko-KR" altLang="en-US" sz="1400" b="1" dirty="0" err="1" smtClean="0">
                <a:solidFill>
                  <a:schemeClr val="bg1"/>
                </a:solidFill>
              </a:rPr>
              <a:t>파일데이터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26099"/>
              </p:ext>
            </p:extLst>
          </p:nvPr>
        </p:nvGraphicFramePr>
        <p:xfrm>
          <a:off x="174566" y="1646098"/>
          <a:ext cx="11628657" cy="226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한국천문연구원 출몰시각 정보 OpenAPI (RiseSetInfoService)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전망 스팟이 있는 0.1° 격자 × 앞날 30일의 일몰 시각을 미리 캐시. 일몰 40분 전 뷰포인트 카드·알림(「곧 추암 촛대바위에 해가 져요」)의 기준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소상공인시장진흥공단 전국전통시장표준데이터 (파일, CSV)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장날(3·8일 등)을 관광공사의 시장 스팟에 결합. 「오늘이 마침 장날」 카드와 다음 장 안내. 시장을 새 스팟으로 만들지 않고 사진·개요가 있는 관광공사 스팟에만 붙인다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국토교통부 일반국도 도로중심선 (파일, SHP)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국도 51선 선형. 홈 지도 폴리라인, 회랑 판정(스팟 적재 기준), 진출점 계산, 여행기의 국도 51선 수집(지나온 점 맵매칭)에 쓴다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382877"/>
              </p:ext>
            </p:extLst>
          </p:nvPr>
        </p:nvGraphicFramePr>
        <p:xfrm>
          <a:off x="287250" y="1218429"/>
          <a:ext cx="11649825" cy="5074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• 즉흥 여행이라는 트렌드를 제품으로 — 「풍향중」처럼 목적지 없이 떠나는 문화에 맞춘 유일한 앱. 즉흥은 그대로 두고 리스크(휴무·비장날·사진 없는 곳)만 관광데이터로 걸러 "휴일을 버리지 않는 즉흥"을 만든다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시장에 없는 시점 — 출발 전 계획(여행 플랫폼)도, 목적지 검색(내비)도 아닌 "달리는 동안" 관광정보를 먼저 건네는 채널. 국도와 방향만 고르면 정보는 가면서 나온다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같은 관광공사 데이터를 이동 맥락으로 재해석 — 장날·일몰·축제 기간을 현재 위치·진행 방향·시각에 겹쳐 "지금 아니면 없는 것"을 우선한다. 천문연·전통시장·국토부 데이터를 국도 선형 위에서 결합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내비의 대체가 아니라 내비 위의 레이어 — 길안내는 티맵·애플 지도가, 발견은 우리가. 안내 중에도 「들르기」로 목적지가 바뀐다. 경쟁이 아니라 공존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신뢰의 근거가 다르다 — 별점·리뷰 대신 영업정보·사진 검증과 이동 흔적(연관 관광지 두 시점 변화율). 관광지가 평가되는 대신 발견된다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하루가 저절로 기록된다 — 일정표를 짜는 앱이 아니라 달린 뒤 여행기·포스터·국도 51선 수집이 남는 앱. 계정·광고·추적 없이, 정확한 GPS 좌표는 기기를 떠나지 않는다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발전계획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• 여행기 공유 → 「남이 달린 길」 — 내 여행기(지나온 길·들른 곳)를 공유하면 다른 사람이 그 길을 그대로 고를 수 있다. 계정을 붙여 여행기·찜을 기기 밖에 보관하고, 팔로우한 사람의 새 여행기가 홈 지도에 뜬다. 별점·댓글 대신 "N명이 달림 · N명이 멈춤"의 흔적만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사용자 정차 흔적 기반 큐레이션 — 익명 정차 기록으로 "이 길에서 사람들이 실제로 멈춘 곳". 리뷰 없이도 신뢰가 쌓이는 장치로, 관광공사 연관 관광지 두 시점에 우리 흔적을 더한다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음성 조작 — 카드에 말로 답하기(찜·들르기·넘기기). 읽어주기만 있는 지금 레이더를 손을 떼지 않는 레이더로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시간에 걸린 발견 확대 — 축제 기간(관광공사 행사정보)·야간 개장·계절 발견(단풍·벚꽃·해돋이)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데이터 갱신·확장 — 수집 파이프라인 상시화로 갱신 지연을 줄이고, 농산물 직판장·로컬푸드·지역 축제로 소도시의 빈칸을 채운다. 노선을 구간으로 잘라 코스 자동 생성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Android 확장 — 유지해 둔 코드 분기로 포팅해 더 많은 운전자에게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레이더: 내 위치 기준 앞쪽 스팟(유형색 점). 경로를 따라가지 않아 길을 바꿔도 그대로 작동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발견 카드: 「오늘이 마침 북평민속오일장이에요 · 여기서 약 1.2km」 + 넘기기 / 들르기 / 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상세: 관광공사 사진·개요·영업정보. 별점 없이 「네이버 후기 보기」 링크만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「들르기」를 누르면 티맵으로 목적지가 바뀌고, 레이더 아래 「오늘 들른 곳」 자취에 사진으로 남는다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발견 레이더 · 전면 카드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현재 위치와 진행 방향 반경 5km에서 영업정보·사진이 확인된 스팟만 골라 카드 한 장으로 알린다. 장날·일몰·마감 임박이 우선이다.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4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5_sp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radar-t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들른 뒤 차가 2분 서 있으면 「여기서 앞쪽으로」가 저절로 열린다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앞쪽 10km 안 후보 3곳 + 「그냥 7번 국도로 돌아가기」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상단 뱃지를 누르면 「길을 바꿀까요?」 — 여기서 탈 수 있는 다른 국도로 갈아탄다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여행은 하루 하나, 국도는 구간으로 이어진다 (43 → 6번 국도). 거리·들른 곳이 그대로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들른 뒤 이어가기 · 길 바꾸기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밥을 먹고 나서 다음 행선지를 고르는 순간을 받친다. 정차 2분이면 앞쪽 10km 후보를 펼치고, 다른 국도로 갈아타도 하루의 기록은 이어진다.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next2-t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next2-t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switch-t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「EP.6 — 43번 국도에서 생긴 일」: 실제 GPS 선 포스터 + 들른 곳 타임라인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공유 카드: 지도·들른 곳 번호 목록·「들른 발견 N」. 시작·끝 300m는 자동으로 잘린다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마이: 여행기 목록·찜·국도 51선 수집 진행률·설정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레이더 「오늘 여행 마치기」 한 번으로 하루가 닫힌다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여행기 · 공유 포스터 · 국도 51선 수집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「오늘 여행 마치기」를 누르면 지나온 길과 들른 곳이 한 편의 여행기가 된다. 포스터 한 장으로 공유하고, 지나온 국도가 51선 중 몇 선째인지 쌓인다.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trip-t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share_card_8sto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2614" y="2333623"/>
            <a:ext cx="1810405" cy="2659904"/>
          </a:xfrm>
          <a:prstGeom prst="rect">
            <a:avLst/>
          </a:prstGeom>
        </p:spPr>
      </p:pic>
      <p:pic>
        <p:nvPicPr>
          <p:cNvPr id="21" name="Picture 20" descr="my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온보딩 마지막 장: 「앞쪽에 뭐가 있는지, 카드 한 장으로」 — 「내비를 켜둔 채여도 소리로 먼저」 「놓쳐도 알림에 남아요」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카드 문장을 그대로 읽어준다. 내비 음성을 끊지 않고 잠깐 낮췄다 되돌린다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설정: 「앱을 꺼둬도 알림」(백그라운드 위치는 옵트인) · 「발견 간격」 자주·보통·가끔 · 데이터 출처. 낭독은 레이더의 스피커 버튼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알림을 누르면 그 발견의 상세로 바로 열린다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기능5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소리 · 알림 · 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운전 중엔 화면을 볼 수 없다. 카드는 소리로 먼저 나가고, 놓치면 알림에 남는다. 위치는 출발할 때, 알림은 처음 달린 뒤에 묻는다.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onboard3-t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myset2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5_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549</Words>
  <Application>Microsoft Office PowerPoint</Application>
  <PresentationFormat>와이드스크린</PresentationFormat>
  <Paragraphs>95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Noto Sans KR Medium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USER</cp:lastModifiedBy>
  <cp:revision>64</cp:revision>
  <dcterms:created xsi:type="dcterms:W3CDTF">2026-07-07T05:25:59Z</dcterms:created>
  <dcterms:modified xsi:type="dcterms:W3CDTF">2026-07-29T05:45:18Z</dcterms:modified>
</cp:coreProperties>
</file>