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pps.apple.com/kr/app/id6806749553" TargetMode="External"/><Relationship Id="rId3" Type="http://schemas.openxmlformats.org/officeDocument/2006/relationships/hyperlink" Target="https://youtu.be/q4jvO63vv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hyperlink" Target="https://apps.apple.com/kr/app/id6806749553" TargetMode="External"/><Relationship Id="rId4" Type="http://schemas.openxmlformats.org/officeDocument/2006/relationships/hyperlink" Target="https://youtu.be/q4jvO63vvQA" TargetMode="External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P의여행:국도편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P의여행:국도편  (P의 여행 — 국도 위의 발견 레이더)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(iOS) · App Store 출시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App Store  </a:t>
                      </a:r>
                      <a:r>
                        <a:rPr sz="1200">
                          <a:hlinkClick r:id="rId2"/>
                        </a:rPr>
                        <a:t>https://apps.apple.com/kr/app/id6806749553</a:t>
                      </a: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데모 영상  </a:t>
                      </a:r>
                      <a:r>
                        <a:rPr sz="1200">
                          <a:hlinkClick r:id="rId3"/>
                        </a:rPr>
                        <a:t>https://youtu.be/q4jvO63vvQA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1F2326"/>
                          </a:solidFill>
                        </a:rPr>
                        <a:t>국도와 방향만 고르고 달리면, 앞쪽에 있는 "지금 아니면 못 보는 것"을 카드 한 장으로 알려주는 발견 레이더 앱.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오늘 서는 5일장, 40분 뒤의 일몰, 영업정보가 확인된 맛집 — 관광데이터로 검증된 우연만 건넵니다.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>• 요즘 「풍향중」처럼 목적지 없이 떠나는 여행이 유행입니다. 정해진 관광지보다 국도를 달리다 우연히 만나는 것에서 새로움을 찾는 니즈가 커졌습니다.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그런데 정말 지도책 한 권만 들고 나서면 일반인에게는 리스크가 큽니다. 문 닫은 식당, 장이 안 서는 날, 지나치고 나서야 알게 되는 명소 — 소중한 휴일 하루를 통째로 버릴 수 있습니다.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한국관광공사 관광정보에는 그 리스크를 줄일 재료가 이미 있습니다. 영업시간·휴무일·장날·사진·연관 관광지. 이를 국도 선형과 현재 위치·진행 방향에 겹치면 "지금 이 길 앞에 무엇이 있는가"가 됩니다.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그래서 목적지는 묻지 않되, 우연을 데이터로 받쳐 주는 앱을 만들었습니다. 국도를 달리며 만난 우연이 하루의 추억(여행기)으로 남고, 발길이 대도시 밖 소도시·시장·자연으로 흩어지는 일과도 맞닿습니다.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>
                          <a:solidFill>
                            <a:srgbClr val="1F2326"/>
                          </a:solidFill>
                        </a:rPr>
                        <a:t>1. 지도에서 길 고르기 — Apple 지도 위에 국도 51선 전부. 내 주변에서 탈 수 있는 길과 노선별 큐레이션 한 줄(「오늘 이 길에 장이 3곳 서요」 「이 길로 다녀간 사람이 많아요」)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2. 방향만 정하고 출발 — 목적지·도착 시각을 묻지 않는다. 북/남(동/서)만 고르면 티맵·애플 지도로 길안내를 넘긴다 (앱은 내비게이션이 아니다)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3. 발견 레이더 — 현재 위치 + 진행 방향 반경 5km의 검증된 스팟(영업정보·사진 확인)을 전면 카드 한 장으로. 장날·일몰·마감 임박을 우선. 넘기기 / 들르기 / 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4. 소리와 알림 — 내비를 켜둔 채여도 음성으로 먼저(내비 음성을 끊지 않고 잠깐 낮춘다). 놓치면 알림에 남고, 누르면 그 발견의 상세로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5. 들른 뒤 이어가기 — 차가 2분 서 있으면 「여기서 앞쪽으로」 앞쪽 10km 후보 3곳. 여행 중 다른 국도로 갈아타도 여행과 기록은 이어진다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6. 여행기 — 하루가 「N번 국도에서 생긴 일」 한 편으로. 지나온 길 포스터·들른 곳 타임라인·공유 카드(시작·끝 300m 자동 삭제)·국도 51선 수집 진행률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/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원칙: 별점·후기 없음 · 예약·결제 없음 · 로그인 없음(찜·여행기는 기기 안) · 광고·추적 없음 · 정확한 GPS 좌표는 기기를 떠나지 않음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Icon-App-1024x1024@1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800" y="1383325"/>
            <a:ext cx="1517904" cy="151790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45591" y="1447029"/>
            <a:ext cx="6858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2326"/>
                </a:solidFill>
              </a:rPr>
              <a:t>P의 여행</a:t>
            </a:r>
          </a:p>
          <a:p>
            <a:r>
              <a:rPr sz="1400">
                <a:solidFill>
                  <a:srgbClr val="1F2326"/>
                </a:solidFill>
              </a:rPr>
              <a:t>지나치기엔 아까운 것들이, 길마다 있어요.</a:t>
            </a:r>
          </a:p>
          <a:p>
            <a:r>
              <a:rPr sz="1100">
                <a:solidFill>
                  <a:srgbClr val="1F2326"/>
                </a:solidFill>
              </a:rPr>
              <a:t>국도 표지판 파란 타원이 시그니처. 서체는 Pretendard 하나.</a:t>
            </a:r>
          </a:p>
          <a:p>
            <a:r>
              <a:rPr sz="1100">
                <a:solidFill>
                  <a:srgbClr val="1F2326"/>
                </a:solidFill>
              </a:rPr>
              <a:t>App Store  </a:t>
            </a:r>
            <a:r>
              <a:rPr sz="1100">
                <a:hlinkClick r:id="rId3"/>
              </a:rPr>
              <a:t>https://apps.apple.com/kr/app/id6806749553</a:t>
            </a:r>
          </a:p>
          <a:p>
            <a:r>
              <a:rPr sz="1100">
                <a:solidFill>
                  <a:srgbClr val="1F2326"/>
                </a:solidFill>
              </a:rPr>
              <a:t>▶ 데모 영상  </a:t>
            </a:r>
            <a:r>
              <a:rPr sz="1100">
                <a:hlinkClick r:id="rId4"/>
              </a:rPr>
              <a:t>https://youtu.be/q4jvO63vvQA</a:t>
            </a:r>
          </a:p>
        </p:txBody>
      </p:sp>
      <p:pic>
        <p:nvPicPr>
          <p:cNvPr id="20" name="Picture 19" descr="1_h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2_dep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3_c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4_rad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4" name="Picture 23" descr="5_spo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홈 = 지도. 국도 51선 파란 선, 「여기서 탈 수 있는 길」과 노선별 큐레이션 한 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시트를 올리면 「국도 51선」 전체. 남북(홀수)·동서(짝수) 필터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노선을 고르면 「여기서 어느 쪽으로 갈까요?」 — 북쪽/남쪽만 정한다. 목적지는 묻지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티맵 / 애플 지도로 핸드오프. 앱은 턴바이턴·ETA를 만들지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길 고르기 · 방향만 정하고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목적지가 아니라 길을 고른다. 홈 지도에 국도 51선이 다 그려져 있고, 방향만 정하면 출발이다. 길안내는 티맵·애플 지도로 넘긴다.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수집해 국도 51선 선형 반경 회랑 안의 스팟만 적재 (19,957건). 레이더·발견 카드의 후보가 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개요·영업시간·휴무일·장날(5일장)·전화를 받아 신뢰도 게이트(영업정보·사진 확인) 근거와 카드 본문(「3·8일에만 서는 장이라, 다음 장은 5일 뒤예요」)을 만든다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쓴다. 사진이 없는 곳은 카드로 띄우지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키. 위치기반 조회는 회랑 보강·검증에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각각 받아 비교해 "요즘 더 가는 곳"의 변화율을 산출 → 노선 큐레이션 한 줄(「요즘 이 길에 발길이 늘었어요」)과 「들른 차들은 다음에 ○○로 갔어요」의 근거. 두 시점이 없는 노선만 그 달의 연관 순위로 보조하되 문구를 달리 쓴다(「이 길로 다녀간 사람이 많아요」). 별점·후기는 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앞날 30일의 일몰 시각을 미리 캐시. 일몰 40분 전 뷰포인트 카드·알림(「곧 추암 촛대바위에 해가 져요」)의 기준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관광공사의 시장 스팟에 결합. 「오늘이 마침 장날」 카드와 다음 장 안내. 시장을 새 스팟으로 만들지 않고 사진·개요가 있는 관광공사 스팟에만 붙인다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선형. 홈 지도 폴리라인, 회랑 판정(스팟 적재 기준), 진출점 계산, 여행기의 국도 51선 수집(지나온 점 맵매칭)에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목적지가 아니라 길을 고른다 — 내비의 문법을 뒤집은 진입 흐름. 출발 전 검색·계획을 요구하지 않고 정보는 달리면서 나온다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경로가 아니라 현재 위치 기준 — 길을 바꿔도 목적지가 바뀌어도 그대로 작동. 내비와 경쟁하지 않고 티맵 위에서 함께 돈다(핸드오프)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시간에 걸린 발견 — 장날·일몰·마감 임박을 관광정보에 겹쳐 "지금 아니면 없는 것"을 우선한다 (관광공사 + 천문연 + 전통시장 데이터 결합)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신뢰는 데이터 완성도로 — 별점·후기 없이 영업정보·사진이 확인된 곳만. 큐레이션은 연관 관광지 두 시점의 변화율(이동 흔적)이 우선, 변화를 못 재는 곳만 순위로 보조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운전 중 안전 — 전면 카드 한 장·원형 버튼 3개·음성 우선·재촉 없음(카운트다운·"빨리 결정" 없음)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계정·광고·추적 없음. 정확한 GPS 좌표는 기기를 떠나지 않는다(서버엔 0.01° 격자만) · 실제 출시(App Store), 전국 스팟 19,957건, 국도 51선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코스 자동 생성 — 노선을 구간으로 잘라 코스를 만든다 (지금은 7번 국도 등 손 큐레이션)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연관 관광지 두 시점 축적 → 변화율 큐레이션(「요즘 이 길에 발길이 늘었어요」)이 전국 노선으로 수렴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기간 한정 발견 확대 — 축제·행사(관광공사 행사정보)·계절(단풍·벚꽃)·야간 개장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여행기 백업(계정 없이 iCloud) · 공유 포스터 고도화 · 지역별 국도 수집 뱃지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지자체·관광공사와 국도 단위 큐레이션 협업, 전통시장·장날 정보 갱신 자동화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Android 포팅 (코드 분기 유지 중) · 웹 미리보기(길 고르기까지)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레이더: 내 위치 기준 앞쪽 스팟(유형색 점). 경로를 따라가지 않아 길을 바꿔도 그대로 작동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발견 카드: 「오늘이 마침 북평민속오일장이에요 · 여기서 약 1.2km」 + 넘기기 / 들르기 / 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상세: 관광공사 사진·개요·영업정보. 별점 없이 「네이버 후기 보기」 링크만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「들르기」를 누르면 티맵으로 목적지가 바뀌고, 레이더 아래 「오늘 들른 곳」 자취에 사진으로 남는다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발견 레이더 · 전면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현재 위치와 진행 방향 반경 5km에서 영업정보·사진이 확인된 스팟만 골라 카드 한 장으로 알린다. 장날·일몰·마감 임박이 우선이다.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들른 뒤 차가 2분 서 있으면 「여기서 앞쪽으로」가 저절로 열린다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앞쪽 10km 안 후보 3곳 + 「그냥 7번 국도로 돌아가기」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상단 뱃지를 누르면 「길을 바꿀까요?」 — 여기서 탈 수 있는 다른 국도로 갈아탄다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여행은 하루 하나, 국도는 구간으로 이어진다 (43 → 6번 국도). 거리·들른 곳이 그대로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들른 뒤 이어가기 ·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밥을 먹고 나서 다음 행선지를 고르는 순간을 받친다. 정차 2분이면 앞쪽 10km 후보를 펼치고, 다른 국도로 갈아타도 하루의 기록은 이어진다.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「EP.6 — 43번 국도에서 생긴 일」: 실제 GPS 선 포스터 + 들른 곳 타임라인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공유 카드: 지도·들른 곳 번호 목록·「들른 발견 N」. 시작·끝 300m는 자동으로 잘린다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마이: 여행기 목록·찜·국도 51선 수집 진행률·설정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레이더 「오늘 여행 마치기」 한 번으로 하루가 닫힌다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여행기 · 공유 포스터 · 국도 51선 수집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「오늘 여행 마치기」를 누르면 지나온 길과 들른 곳이 한 편의 여행기가 된다. 포스터 한 장으로 공유하고, 지나온 국도가 51선 중 몇 선째인지 쌓인다.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trip-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share_card_8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614" y="2333623"/>
            <a:ext cx="1810405" cy="2659904"/>
          </a:xfrm>
          <a:prstGeom prst="rect">
            <a:avLst/>
          </a:prstGeom>
        </p:spPr>
      </p:pic>
      <p:pic>
        <p:nvPicPr>
          <p:cNvPr id="21" name="Picture 20" descr="my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온보딩 마지막 장: 「앞쪽에 뭐가 있는지, 카드 한 장으로」 — 「내비를 켜둔 채여도 소리로 먼저」 「놓쳐도 알림에 남아요」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카드 문장을 그대로 읽어준다. 내비 음성을 끊지 않고 잠깐 낮췄다 되돌린다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설정: 「앱을 꺼둬도 알림」(백그라운드 위치는 옵트인) · 「발견 간격」 자주·보통·가끔 · 데이터 출처. 낭독은 레이더의 스피커 버튼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알림을 누르면 그 발견의 상세로 바로 열린다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소리 · 알림 ·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운전 중엔 화면을 볼 수 없다. 카드는 소리로 먼저 나가고, 놓치면 알림에 남는다. 위치는 출발할 때, 알림은 처음 달린 뒤에 묻는다.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onboard3-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myset2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5_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