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않게 — 관광데이터로 검증된 발견을 지나치기 전에 알려주는 즉흥 여행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고르면, 앞쪽에 있는 오늘 서는 장·일몰·확인된 맛집을 카드 한 장으로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고르고, 방향만 정하고 출발 — Apple 지도 위에 국도 51선 전부. 내 주변에서 탈 수 있는 길과 노선별 큐레이션 한 줄(「오늘 이 길에 장이 3곳 서요」). 목적지·도착 시각은 묻지 않는다 —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발견 레이더 — 현재 위치 + 진행 방향 반경 5km에서 영업정보·사진이 확인된 스팟만 전면 카드 한 장으로. 별점·후기는 쓰지 않는다 — 신뢰는 데이터 완성도로.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공유 → 「남이 달린 길」 — 내 여행기(지나온 길·들른 곳)를 공유하면 다른 사람이 그 길을 그대로 고를 수 있다. 계정을 붙여 내 여행기·찜을 기기 밖에 보관하고, 팔로우한 사람의 새 여행기가 홈 지도에 뜬다. 별점·댓글 대신 "N명이 달림 · N명이 멈춤"의 흔적만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사용자 정차 흔적 기반 큐레이션 — 익명 정차 기록을 모아 "이 길에서 사람들이 실제로 멈춘 곳"을 만든다. 관광공사 연관 관광지 두 시점에 우리 사용자 흔적을 더해 노선 큐레이션의 두 번째 축으로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음성 조작 — 카드에 말로 답하기(찜·들르기·넘기기). 읽어주기만 있는 지금 레이더를 손을 떼지 않는 레이더로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확대 — 축제 기간(관광공사 행사정보)·야간 개장·계절 발견(단풍·벚꽃·해돋이)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국도 여행 공공데이터 확장 — 농산물 직판장·로컬푸드·지역 축제를 국도 선형에 겹치고, 노선을 구간으로 잘라 코스를 자동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